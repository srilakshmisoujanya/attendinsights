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4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72459" y="153383"/>
            <a:ext cx="2194560" cy="4572000"/>
          </a:xfrm>
          <a:prstGeom prst="rect">
            <a:avLst/>
          </a:prstGeom>
          <a:solidFill>
            <a:srgbClr val="1D3639">
              <a:alpha val="60000"/>
            </a:srgbClr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AttendInsights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Track. Analyse. Improve. Perform.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01168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Sowjanya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570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Grace Leona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73811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Vamsitha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Kunal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5570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Likitha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8679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Kavya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 rot="16200000">
            <a:off x="5776579" y="1785661"/>
            <a:ext cx="4083091" cy="1348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</a:rPr>
              <a:t>TEAM - 91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92726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72" y="147008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7205" y="147675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attendance tracking is time-consuming and error-prone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2181212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448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23511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real-time alerts to students, parents, or mentors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0040" y="3068180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3639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312429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Inability to detect absence patterns near holidays/weekends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20040" y="3944160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83" y="4133825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4032504"/>
            <a:ext cx="4480560" cy="42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Lack of visual dashboards for institutional decision-making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035040" y="914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Without Automation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035040" y="1417320"/>
            <a:ext cx="2926080" cy="10058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6035040" y="14721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6035040" y="19476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wasted 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records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035040" y="2606040"/>
            <a:ext cx="292608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035040" y="26609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3×</a:t>
            </a:r>
            <a:endParaRPr lang="en-US" sz="3200" dirty="0"/>
          </a:p>
        </p:txBody>
      </p:sp>
      <p:sp>
        <p:nvSpPr>
          <p:cNvPr id="22" name="Text 16"/>
          <p:cNvSpPr/>
          <p:nvPr/>
        </p:nvSpPr>
        <p:spPr>
          <a:xfrm>
            <a:off x="6035040" y="3136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errors vs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systems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035040" y="3794760"/>
            <a:ext cx="292608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035040" y="38496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6035040" y="43251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at risk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notified timely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 &amp;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unified platform combining HTML/CSS/JS frontend, Power Automate &amp; Groq AI (LLaMA) for end-to-end attendance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545336"/>
            <a:ext cx="438912" cy="43891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5910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20482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Excel/SharePoint stores roll no., name, branch, date &amp; status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72968" y="13898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82696" y="1545336"/>
            <a:ext cx="438912" cy="438912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59105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Notifications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82696" y="20482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 emails: warnings &lt;75%, reminders, appreciation &gt;90%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25896" y="13898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35624" y="1545336"/>
            <a:ext cx="438912" cy="43891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59105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7688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Detection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35624" y="20482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Flags repeated weekend/holiday-adjacent absences automatically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308152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29768" y="3236976"/>
            <a:ext cx="438912" cy="438912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28269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" y="32369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Alerts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29768" y="373989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alerts to students for low attendance &amp; consecutive absences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172968" y="308152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82696" y="3236976"/>
            <a:ext cx="438912" cy="43891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8269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760" y="32369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 Reports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282696" y="373989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Periodic risk reports listing students needing attention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25896" y="308152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135624" y="3236976"/>
            <a:ext cx="438912" cy="438912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282696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47688" y="32369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Emails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135624" y="373989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Groq + LLaMA generates personalized email insights for students, mentors &amp; admins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685800" cy="68580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481328"/>
            <a:ext cx="115443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97430" y="1170432"/>
            <a:ext cx="685800" cy="68580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9743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1455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28950" y="1481328"/>
            <a:ext cx="115443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29100" y="1170432"/>
            <a:ext cx="685800" cy="68580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2910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4622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0620" y="1481328"/>
            <a:ext cx="115443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0770" y="1170432"/>
            <a:ext cx="685800" cy="68580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6077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7789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Alerts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92290" y="1481328"/>
            <a:ext cx="115443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1170432"/>
            <a:ext cx="685800" cy="68580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9244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0956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Insights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8412480" cy="475488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487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HTML/CSS/JS web frontend provides role-based dashboards for students and admins to access personalized attendance data &amp; AI insights.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1591056" cy="13716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493008"/>
            <a:ext cx="1591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HTML/CSS/JS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1591056" cy="62179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160520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84832" y="342900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84832" y="3493008"/>
            <a:ext cx="1591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84832" y="4160520"/>
            <a:ext cx="1591056" cy="62179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084832" y="4160520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Rules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03904" y="3429000"/>
            <a:ext cx="1591056" cy="13716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03904" y="3493008"/>
            <a:ext cx="1591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Groq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LLaMA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803904" y="4160520"/>
            <a:ext cx="1591056" cy="62179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03904" y="4160520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22976" y="342900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22976" y="3493008"/>
            <a:ext cx="1591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Outlook / Email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22976" y="4160520"/>
            <a:ext cx="1591056" cy="62179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22976" y="4160520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42048" y="3429000"/>
            <a:ext cx="1591056" cy="13716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42048" y="3493008"/>
            <a:ext cx="1591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Microsoft Excel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SharePoint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242048" y="4160520"/>
            <a:ext cx="1591056" cy="62179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42048" y="4160520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Storage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INTRODUCTION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Sowjanya  —  Team Lead &amp; Frontend Development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68580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0600" y="685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Grace Leona  —  Groq AI Integration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Vamsitha  —  Frontend Development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4542" y="123444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Kunal  —  Power Automate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Likitha  —  Power Automate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Kavya  —  </a:t>
            </a:r>
            <a:r>
              <a:rPr lang="en-US" sz="1400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Groq AI Integration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404872"/>
            <a:ext cx="8412480" cy="36576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automation using Power Automate &amp; Groq AI (LLaMA)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Data-driven decision-making with AI-powered attendance insights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web frontends (HTML/CSS/JS) with role-based dashboards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scalable institutional management solutions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3913632"/>
            <a:ext cx="9144000" cy="36576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  </a:t>
            </a:r>
            <a:r>
              <a:rPr lang="en-US" sz="1300" i="1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Questions? We'd love to hear your feedback.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352</Words>
  <Application>Microsoft Office PowerPoint</Application>
  <PresentationFormat>On-screen Show (16:9)</PresentationFormat>
  <Paragraphs>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AttendInsights – Project Presentation</dc:title>
  <dc:subject>PptxGenJS Presentation</dc:subject>
  <dc:creator>PptxGenJS</dc:creator>
  <cp:lastModifiedBy>23A91A1293</cp:lastModifiedBy>
  <cp:revision>7</cp:revision>
  <dcterms:created xsi:type="dcterms:W3CDTF">2026-05-07T06:41:07Z</dcterms:created>
  <dcterms:modified xsi:type="dcterms:W3CDTF">2026-05-11T09:10:59Z</dcterms:modified>
</cp:coreProperties>
</file>